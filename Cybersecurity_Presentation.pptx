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for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guide to staying safe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Protection of computers, networks, and data from digital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it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internet for study, shopping, banking.</a:t>
            </a:r>
          </a:p>
          <a:p>
            <a:r>
              <a:t>Personal data can be stolen if not protected.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Hacking</a:t>
            </a:r>
          </a:p>
          <a:p>
            <a:r>
              <a:t>• Phishing</a:t>
            </a:r>
          </a:p>
          <a:p>
            <a:r>
              <a:t>• Malware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Passwords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letters, numbers, and symbols.</a:t>
            </a:r>
          </a:p>
          <a:p>
            <a:r>
              <a:t>Avoid simple passwords like name or DOB.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 Personal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share details with strangers.</a:t>
            </a:r>
          </a:p>
          <a:p>
            <a:r>
              <a:t>Avoid clicking unknown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Devices Updated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Updates improve security and protect against new threats.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Antivirus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detect and remove harmful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Internet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public Wi-Fi for banking.</a:t>
            </a:r>
          </a:p>
          <a:p>
            <a:r>
              <a:t>Always log out from public computers.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Cybersecurity is important for everyone.</a:t>
            </a:r>
          </a:p>
          <a:p>
            <a:r>
              <a:t>Stay alert and follow basic safety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